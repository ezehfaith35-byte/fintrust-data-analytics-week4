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FINTRUST DIGITAL BANK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Week 4 Final Presentation</a:t>
            </a:r>
          </a:p>
          <a:p>
            <a:pPr>
              <a:spcAft>
                <a:spcPts val="800"/>
              </a:spcAft>
              <a:defRPr sz="1800"/>
            </a:pPr>
            <a:r>
              <a:t>Data Analytics Track</a:t>
            </a:r>
          </a:p>
          <a:p>
            <a:pPr>
              <a:spcAft>
                <a:spcPts val="800"/>
              </a:spcAft>
              <a:defRPr sz="1800"/>
            </a:pPr>
            <a:r>
              <a:t>Ezeh Faith Chinonso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FinTrust Week 4 Final Presentation  |  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1. 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Develop a final Business Intelligence and Dashboard solution for FinTrust.</a:t>
            </a:r>
          </a:p>
          <a:p>
            <a:pPr>
              <a:spcAft>
                <a:spcPts val="800"/>
              </a:spcAft>
              <a:defRPr sz="1800"/>
            </a:pPr>
            <a:r>
              <a:t>• Analyze customer and transaction performance.</a:t>
            </a:r>
          </a:p>
          <a:p>
            <a:pPr>
              <a:spcAft>
                <a:spcPts val="800"/>
              </a:spcAft>
              <a:defRPr sz="1800"/>
            </a:pPr>
            <a:r>
              <a:t>• Identify transaction, channel, customer-segment and risk patterns.</a:t>
            </a:r>
          </a:p>
          <a:p>
            <a:pPr>
              <a:spcAft>
                <a:spcPts val="800"/>
              </a:spcAft>
              <a:defRPr sz="1800"/>
            </a:pPr>
            <a:r>
              <a:t>• Validate important findings using independent analytical calculations.</a:t>
            </a:r>
          </a:p>
          <a:p>
            <a:pPr>
              <a:spcAft>
                <a:spcPts val="800"/>
              </a:spcAft>
              <a:defRPr sz="1800"/>
            </a:pPr>
            <a:r>
              <a:t>• Produce outputs that can be integrated into the wider FinTrust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FinTrust Week 4 Final Presentation  |  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2. My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Reviewed and refined the Week 3 SQL, Python analysis and Power BI dashboard.</a:t>
            </a:r>
          </a:p>
          <a:p>
            <a:pPr>
              <a:spcAft>
                <a:spcPts val="800"/>
              </a:spcAft>
              <a:defRPr sz="1800"/>
            </a:pPr>
            <a:r>
              <a:t>• Strengthened SQL analysis using JOINs, CASE, CTEs, aggregations and window functions.</a:t>
            </a:r>
          </a:p>
          <a:p>
            <a:pPr>
              <a:spcAft>
                <a:spcPts val="800"/>
              </a:spcAft>
              <a:defRPr sz="1800"/>
            </a:pPr>
            <a:r>
              <a:t>• Expanded Python analysis and completed five validation analyses.</a:t>
            </a:r>
          </a:p>
          <a:p>
            <a:pPr>
              <a:spcAft>
                <a:spcPts val="800"/>
              </a:spcAft>
              <a:defRPr sz="1800"/>
            </a:pPr>
            <a:r>
              <a:t>• Refined the Power BI dashboard across Executive Overview, Transactions &amp; Risk Insights, and Business Insight pages.</a:t>
            </a:r>
          </a:p>
          <a:p>
            <a:pPr>
              <a:spcAft>
                <a:spcPts val="800"/>
              </a:spcAft>
              <a:defRPr sz="1800"/>
            </a:pPr>
            <a:r>
              <a:t>• Documented KPIs, data-quality considerations, insights, recommendations and validation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FinTrust Week 4 Final Presentation  |  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3. Final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Executive Transaction Overview</a:t>
            </a:r>
          </a:p>
          <a:p>
            <a:pPr>
              <a:spcAft>
                <a:spcPts val="800"/>
              </a:spcAft>
              <a:defRPr sz="1800"/>
            </a:pPr>
            <a:r>
              <a:t>• 12K total transactions</a:t>
            </a:r>
          </a:p>
          <a:p>
            <a:pPr>
              <a:spcAft>
                <a:spcPts val="800"/>
              </a:spcAft>
              <a:defRPr sz="1800"/>
            </a:pPr>
            <a:r>
              <a:t>• 1.5K customers</a:t>
            </a:r>
          </a:p>
          <a:p>
            <a:pPr>
              <a:spcAft>
                <a:spcPts val="800"/>
              </a:spcAft>
              <a:defRPr sz="1800"/>
            </a:pPr>
            <a:r>
              <a:t>• ₦560.35M total transaction value</a:t>
            </a:r>
          </a:p>
          <a:p>
            <a:pPr>
              <a:spcAft>
                <a:spcPts val="800"/>
              </a:spcAft>
              <a:defRPr sz="1800"/>
            </a:pPr>
            <a:r>
              <a:t>• ₦46.72K average transaction value</a:t>
            </a:r>
          </a:p>
          <a:p>
            <a:pPr>
              <a:spcAft>
                <a:spcPts val="800"/>
              </a:spcAft>
              <a:defRPr sz="1800"/>
            </a:pPr>
            <a:r>
              <a:t>• 90.47% transaction success rate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Transactions &amp; Risk Insights</a:t>
            </a:r>
          </a:p>
          <a:p>
            <a:pPr>
              <a:spcAft>
                <a:spcPts val="800"/>
              </a:spcAft>
              <a:defRPr sz="1800"/>
            </a:pPr>
            <a:r>
              <a:t>• Customer segments, channels, transaction status, risk review and international/domestic patterns.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FinTrust Week 4 Final Presentation  |  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4. Key Business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01 — Transaction Value Concentration</a:t>
            </a:r>
          </a:p>
          <a:p>
            <a:pPr>
              <a:spcAft>
                <a:spcPts val="800"/>
              </a:spcAft>
              <a:defRPr sz="1800"/>
            </a:pPr>
            <a:r>
              <a:t>Transfers generated the highest transaction value, approximately ₦237.92M.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02 — Customer Segment Performance</a:t>
            </a:r>
          </a:p>
          <a:p>
            <a:pPr>
              <a:spcAft>
                <a:spcPts val="800"/>
              </a:spcAft>
              <a:defRPr sz="1800"/>
            </a:pPr>
            <a:r>
              <a:t>Everyday customers generated approximately ₦261.46M across 5,644 transactions.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03 — Digital Channel Usage</a:t>
            </a:r>
          </a:p>
          <a:p>
            <a:pPr>
              <a:spcAft>
                <a:spcPts val="800"/>
              </a:spcAft>
              <a:defRPr sz="1800"/>
            </a:pPr>
            <a:r>
              <a:t>Mobile App recorded 5,102 transactions (42.52%), making it the most-used channel.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FinTrust Week 4 Final Presentation  |  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 Additional Findings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04 — Transaction Success</a:t>
            </a:r>
          </a:p>
          <a:p>
            <a:pPr>
              <a:spcAft>
                <a:spcPts val="800"/>
              </a:spcAft>
              <a:defRPr sz="1800"/>
            </a:pPr>
            <a:r>
              <a:t>Overall transaction success rate was 90.47%. Remaining unsuccessful transactions present opportunities for operational improvement.</a:t>
            </a:r>
          </a:p>
          <a:p>
            <a:pPr>
              <a:spcAft>
                <a:spcPts val="800"/>
              </a:spcAft>
              <a:defRPr sz="1800"/>
            </a:pPr>
            <a:r>
              <a:t>Action: Investigate failed, reversed and pending transactions by channel and transaction type.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05 — Risk Review Pattern</a:t>
            </a:r>
          </a:p>
          <a:p>
            <a:pPr>
              <a:spcAft>
                <a:spcPts val="800"/>
              </a:spcAft>
              <a:defRPr sz="1800"/>
            </a:pPr>
            <a:r>
              <a:t>International transactions showed a higher risk-review rate (36.88%) than domestic transactions (18.88%).</a:t>
            </a:r>
          </a:p>
          <a:p>
            <a:pPr>
              <a:spcAft>
                <a:spcPts val="800"/>
              </a:spcAft>
              <a:defRPr sz="1800"/>
            </a:pPr>
            <a:r>
              <a:t>Action: Investigate characteristics of internationally reviewed transactions and assess additional monitoring rules.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FinTrust Week 4 Final Presentation  |  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6. Validation &amp; Final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Five important findings were independently validated in Python:</a:t>
            </a:r>
          </a:p>
          <a:p>
            <a:pPr>
              <a:spcAft>
                <a:spcPts val="800"/>
              </a:spcAft>
              <a:defRPr sz="1800"/>
            </a:pPr>
            <a:r>
              <a:t>1. Customer Segment Performance</a:t>
            </a:r>
          </a:p>
          <a:p>
            <a:pPr>
              <a:spcAft>
                <a:spcPts val="800"/>
              </a:spcAft>
              <a:defRPr sz="1800"/>
            </a:pPr>
            <a:r>
              <a:t>2. Channel Performance</a:t>
            </a:r>
          </a:p>
          <a:p>
            <a:pPr>
              <a:spcAft>
                <a:spcPts val="800"/>
              </a:spcAft>
              <a:defRPr sz="1800"/>
            </a:pPr>
            <a:r>
              <a:t>3. Risk Review by Customer Segment</a:t>
            </a:r>
          </a:p>
          <a:p>
            <a:pPr>
              <a:spcAft>
                <a:spcPts val="800"/>
              </a:spcAft>
              <a:defRPr sz="1800"/>
            </a:pPr>
            <a:r>
              <a:t>4. International vs Domestic Risk</a:t>
            </a:r>
          </a:p>
          <a:p>
            <a:pPr>
              <a:spcAft>
                <a:spcPts val="800"/>
              </a:spcAft>
              <a:defRPr sz="1800"/>
            </a:pPr>
            <a:r>
              <a:t>5. Monthly Transaction Trend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Monthly validation confirmed:</a:t>
            </a:r>
          </a:p>
          <a:p>
            <a:pPr>
              <a:spcAft>
                <a:spcPts val="800"/>
              </a:spcAft>
              <a:defRPr sz="1800"/>
            </a:pPr>
            <a:r>
              <a:t>• January: 4,133 transactions</a:t>
            </a:r>
          </a:p>
          <a:p>
            <a:pPr>
              <a:spcAft>
                <a:spcPts val="800"/>
              </a:spcAft>
              <a:defRPr sz="1800"/>
            </a:pPr>
            <a:r>
              <a:t>• February: 3,734 transactions</a:t>
            </a:r>
          </a:p>
          <a:p>
            <a:pPr>
              <a:spcAft>
                <a:spcPts val="800"/>
              </a:spcAft>
              <a:defRPr sz="1800"/>
            </a:pPr>
            <a:r>
              <a:t>• March: 4,133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FinTrust Week 4 Final Presentation  |  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7. Limitations &amp;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Limitations</a:t>
            </a:r>
          </a:p>
          <a:p>
            <a:pPr>
              <a:spcAft>
                <a:spcPts val="800"/>
              </a:spcAft>
              <a:defRPr sz="1800"/>
            </a:pPr>
            <a:r>
              <a:t>• The analysis is based on the available FinTrust dataset and its recorded fields.</a:t>
            </a:r>
          </a:p>
          <a:p>
            <a:pPr>
              <a:spcAft>
                <a:spcPts val="800"/>
              </a:spcAft>
              <a:defRPr sz="1800"/>
            </a:pPr>
            <a:r>
              <a:t>• The dashboard identifies patterns and risk-review concentrations; it does not establish causation.</a:t>
            </a:r>
          </a:p>
          <a:p>
            <a:pPr>
              <a:spcAft>
                <a:spcPts val="800"/>
              </a:spcAft>
              <a:defRPr sz="1800"/>
            </a:pPr>
            <a:r>
              <a:t>• Further investigation would be required to determine root causes of unsuccessful or reviewed transactions.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Integration</a:t>
            </a:r>
          </a:p>
          <a:p>
            <a:pPr>
              <a:spcAft>
                <a:spcPts val="800"/>
              </a:spcAft>
              <a:defRPr sz="1800"/>
            </a:pPr>
            <a:r>
              <a:t>• Power BI provides the management-facing dashboard.</a:t>
            </a:r>
          </a:p>
          <a:p>
            <a:pPr>
              <a:spcAft>
                <a:spcPts val="800"/>
              </a:spcAft>
              <a:defRPr sz="1800"/>
            </a:pPr>
            <a:r>
              <a:t>• SQL provides reusable analytical queries.</a:t>
            </a:r>
          </a:p>
          <a:p>
            <a:pPr>
              <a:spcAft>
                <a:spcPts val="800"/>
              </a:spcAft>
              <a:defRPr sz="1800"/>
            </a:pPr>
            <a:r>
              <a:t>• Python provides reproducible analysis and validation.</a:t>
            </a:r>
          </a:p>
          <a:p>
            <a:pPr>
              <a:spcAft>
                <a:spcPts val="800"/>
              </a:spcAft>
              <a:defRPr sz="1800"/>
            </a:pPr>
            <a:r>
              <a:t>• Documentation captures KPI definitions, data-quality considerations, findings and limitations.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FinTrust Week 4 Final Presentation  |  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8. Lessons Learned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Strong analytics requires consistency across SQL, Python and Power BI.</a:t>
            </a:r>
          </a:p>
          <a:p>
            <a:pPr>
              <a:spcAft>
                <a:spcPts val="800"/>
              </a:spcAft>
              <a:defRPr sz="1800"/>
            </a:pPr>
            <a:r>
              <a:t>• Findings should be validated before being presented as business conclusions.</a:t>
            </a:r>
          </a:p>
          <a:p>
            <a:pPr>
              <a:spcAft>
                <a:spcPts val="800"/>
              </a:spcAft>
              <a:defRPr sz="1800"/>
            </a:pPr>
            <a:r>
              <a:t>• A dashboard is more valuable when every major visual leads to a clear business interpretation.</a:t>
            </a:r>
          </a:p>
          <a:p>
            <a:pPr>
              <a:spcAft>
                <a:spcPts val="800"/>
              </a:spcAft>
              <a:defRPr sz="1800"/>
            </a:pPr>
            <a:r>
              <a:t>• The final solution provides FinTrust with a structured view of transaction performance, customer activity, channels and risk patterns.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FinTrust Week 4 Final Presentation  |  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